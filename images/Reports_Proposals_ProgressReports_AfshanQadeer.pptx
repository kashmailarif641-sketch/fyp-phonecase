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tableStyles" Target="tableStyles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theme" Target="theme/theme1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viewProps" Target="viewProps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Reports, Proposals, and Progress Reports in Technical &amp; Business Writing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/>
            </a:pPr>
            <a:r>
              <a:t>Presented by: Afshan Qadeer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/>
            </a:pPr>
            <a:r>
              <a:t>• Technical and business writing communicates information clearly.</a:t>
            </a:r>
          </a:p>
          <a:p>
            <a:pPr algn="l">
              <a:defRPr sz="2000"/>
            </a:pPr>
            <a:r>
              <a:t>• Professionals use reports, proposals, and progress reports to share data and updates.</a:t>
            </a:r>
          </a:p>
          <a:p>
            <a:pPr algn="l">
              <a:defRPr sz="2000"/>
            </a:pPr>
            <a:r>
              <a:t>• These documents reflect organization, clarity, and professionalism.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Report?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/>
            </a:pPr>
            <a:r>
              <a:t>• A report presents information, findings, or analysis on a topic.</a:t>
            </a:r>
          </a:p>
          <a:p>
            <a:pPr algn="l">
              <a:defRPr sz="2000"/>
            </a:pPr>
            <a:r>
              <a:t>• Purpose: to inform, analyze, and recommend.</a:t>
            </a:r>
          </a:p>
          <a:p>
            <a:pPr algn="l">
              <a:defRPr sz="2000"/>
            </a:pPr>
            <a:r>
              <a:t>• Common in academic and professional contexts.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Characteristics of a Good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/>
            </a:pPr>
            <a:r>
              <a:t>✅ Clear and concise</a:t>
            </a:r>
          </a:p>
          <a:p>
            <a:pPr algn="l">
              <a:defRPr sz="2000"/>
            </a:pPr>
            <a:r>
              <a:t>✅ Organized</a:t>
            </a:r>
          </a:p>
          <a:p>
            <a:pPr algn="l">
              <a:defRPr sz="2000"/>
            </a:pPr>
            <a:r>
              <a:t>✅ Objective and factual</a:t>
            </a:r>
          </a:p>
          <a:p>
            <a:pPr algn="l">
              <a:defRPr sz="2000"/>
            </a:pPr>
            <a:r>
              <a:t>✅ Includes evidence and data</a:t>
            </a:r>
          </a:p>
          <a:p>
            <a:pPr algn="l">
              <a:defRPr sz="2000"/>
            </a:pPr>
            <a:r>
              <a:t>✅ Specific format</a:t>
            </a:r>
          </a:p>
          <a:p>
            <a:pPr algn="l">
              <a:defRPr sz="2000"/>
            </a:pPr>
            <a:r>
              <a:t>✅ Error-free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Reports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/>
            </a:pPr>
            <a:r>
              <a:t>1. Informational Report – presents facts only.</a:t>
            </a:r>
          </a:p>
          <a:p>
            <a:pPr algn="l">
              <a:defRPr sz="2000"/>
            </a:pPr>
            <a:r>
              <a:t>2. Analytical Report – includes analysis and recommendations.</a:t>
            </a:r>
          </a:p>
          <a:p>
            <a:pPr algn="l">
              <a:defRPr sz="2000"/>
            </a:pPr>
            <a:r>
              <a:t>3. Feasibility Report – evaluates practicality.</a:t>
            </a:r>
          </a:p>
          <a:p>
            <a:pPr algn="l">
              <a:defRPr sz="2000"/>
            </a:pPr>
            <a:r>
              <a:t>4. Technical Report – explains technical processes.</a:t>
            </a:r>
          </a:p>
          <a:p>
            <a:pPr algn="l">
              <a:defRPr sz="2000"/>
            </a:pPr>
            <a:r>
              <a:t>5. Business Report – details company performance.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Structure of a Formal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/>
            </a:pPr>
            <a:r>
              <a:t>1. Title Page</a:t>
            </a:r>
          </a:p>
          <a:p>
            <a:pPr algn="l">
              <a:defRPr sz="2000"/>
            </a:pPr>
            <a:r>
              <a:t>2. Table of Contents</a:t>
            </a:r>
          </a:p>
          <a:p>
            <a:pPr algn="l">
              <a:defRPr sz="2000"/>
            </a:pPr>
            <a:r>
              <a:t>3. Executive Summary / Abstract</a:t>
            </a:r>
          </a:p>
          <a:p>
            <a:pPr algn="l">
              <a:defRPr sz="2000"/>
            </a:pPr>
            <a:r>
              <a:t>4. Introduction</a:t>
            </a:r>
          </a:p>
          <a:p>
            <a:pPr algn="l">
              <a:defRPr sz="2000"/>
            </a:pPr>
            <a:r>
              <a:t>5. Body (Findings, Analysis)</a:t>
            </a:r>
          </a:p>
          <a:p>
            <a:pPr algn="l">
              <a:defRPr sz="2000"/>
            </a:pPr>
            <a:r>
              <a:t>6. Conclusions &amp; Recommendations</a:t>
            </a:r>
          </a:p>
          <a:p>
            <a:pPr algn="l">
              <a:defRPr sz="2000"/>
            </a:pPr>
            <a:r>
              <a:t>7. References / Appendices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Business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/>
            </a:pPr>
            <a:r>
              <a:t>Title: Annual Sales Performance Report 2024</a:t>
            </a:r>
          </a:p>
          <a:p>
            <a:pPr algn="l">
              <a:defRPr sz="2000"/>
            </a:pPr>
            <a:r>
              <a:t>Prepared by: Afshan Qadeer</a:t>
            </a:r>
          </a:p>
          <a:p>
            <a:pPr algn="l">
              <a:defRPr sz="2000"/>
            </a:pPr>
            <a:r>
              <a:t>Summary: Overview of company sales trends and improvement plans.</a:t>
            </a:r>
          </a:p>
          <a:p>
            <a:pPr algn="l">
              <a:defRPr sz="2000"/>
            </a:pPr>
            <a:r>
              <a:t>Sections: Introduction, Data Analysis, Findings, Recommendations.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Proposal?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/>
            </a:pPr>
            <a:r>
              <a:t>• A persuasive document presenting a plan or project for approval.</a:t>
            </a:r>
          </a:p>
          <a:p>
            <a:pPr algn="l">
              <a:defRPr sz="2000"/>
            </a:pPr>
            <a:r>
              <a:t>• Purpose: to convince the reader that your solution is practical and beneficial.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Proposals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/>
            </a:pPr>
            <a:r>
              <a:t>1. Internal – within an organization.</a:t>
            </a:r>
          </a:p>
          <a:p>
            <a:pPr algn="l">
              <a:defRPr sz="2000"/>
            </a:pPr>
            <a:r>
              <a:t>2. External – to another company or client.</a:t>
            </a:r>
          </a:p>
          <a:p>
            <a:pPr algn="l">
              <a:defRPr sz="2000"/>
            </a:pPr>
            <a:r>
              <a:t>3. Solicited – in response to request.</a:t>
            </a:r>
          </a:p>
          <a:p>
            <a:pPr algn="l">
              <a:defRPr sz="2000"/>
            </a:pPr>
            <a:r>
              <a:t>4. Unsolicited – submitted voluntarily.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Format of a Proposal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/>
            </a:pPr>
            <a:r>
              <a:t>1. Title Page</a:t>
            </a:r>
          </a:p>
          <a:p>
            <a:pPr algn="l">
              <a:defRPr sz="2000"/>
            </a:pPr>
            <a:r>
              <a:t>2. Executive Summary</a:t>
            </a:r>
          </a:p>
          <a:p>
            <a:pPr algn="l">
              <a:defRPr sz="2000"/>
            </a:pPr>
            <a:r>
              <a:t>3. Problem Statement</a:t>
            </a:r>
          </a:p>
          <a:p>
            <a:pPr algn="l">
              <a:defRPr sz="2000"/>
            </a:pPr>
            <a:r>
              <a:t>4. Proposed Solution</a:t>
            </a:r>
          </a:p>
          <a:p>
            <a:pPr algn="l">
              <a:defRPr sz="2000"/>
            </a:pPr>
            <a:r>
              <a:t>5. Budget &amp; Resources</a:t>
            </a:r>
          </a:p>
          <a:p>
            <a:pPr algn="l">
              <a:defRPr sz="2000"/>
            </a:pPr>
            <a:r>
              <a:t>6. Timeline</a:t>
            </a:r>
          </a:p>
          <a:p>
            <a:pPr algn="l">
              <a:defRPr sz="2000"/>
            </a:pPr>
            <a:r>
              <a:t>7. Conclusion &amp; Benefits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Characteristics of a Good Proposal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/>
            </a:pPr>
            <a:r>
              <a:t>• Focused on reader’s needs</a:t>
            </a:r>
          </a:p>
          <a:p>
            <a:pPr algn="l">
              <a:defRPr sz="2000"/>
            </a:pPr>
            <a:r>
              <a:t>• Persuasive and realistic</a:t>
            </a:r>
          </a:p>
          <a:p>
            <a:pPr algn="l">
              <a:defRPr sz="2000"/>
            </a:pPr>
            <a:r>
              <a:t>• Clear budget &amp; plan</a:t>
            </a:r>
          </a:p>
          <a:p>
            <a:pPr algn="l">
              <a:defRPr sz="2000"/>
            </a:pPr>
            <a:r>
              <a:t>• Supported by data</a:t>
            </a:r>
          </a:p>
          <a:p>
            <a:pPr algn="l">
              <a:defRPr sz="2000"/>
            </a:pPr>
            <a:r>
              <a:t>• Professional tone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Business Proposal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/>
            </a:pPr>
            <a:r>
              <a:t>Title: Customer Feedback App</a:t>
            </a:r>
          </a:p>
          <a:p>
            <a:pPr algn="l">
              <a:defRPr sz="2000"/>
            </a:pPr>
            <a:r>
              <a:t>Problem: Low retention.</a:t>
            </a:r>
          </a:p>
          <a:p>
            <a:pPr algn="l">
              <a:defRPr sz="2000"/>
            </a:pPr>
            <a:r>
              <a:t>Solution: Develop feedback app.</a:t>
            </a:r>
          </a:p>
          <a:p>
            <a:pPr algn="l">
              <a:defRPr sz="2000"/>
            </a:pPr>
            <a:r>
              <a:t>Benefits: Improves satisfaction.</a:t>
            </a:r>
          </a:p>
          <a:p>
            <a:pPr algn="l">
              <a:defRPr sz="2000"/>
            </a:pPr>
            <a:r>
              <a:t>Budget: Rs. 800,000</a:t>
            </a:r>
          </a:p>
          <a:p>
            <a:pPr algn="l">
              <a:defRPr sz="2000"/>
            </a:pPr>
            <a:r>
              <a:t>Timeline: 3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Progress Report?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/>
            </a:pPr>
            <a:r>
              <a:t>• Provides updates on ongoing project.</a:t>
            </a:r>
          </a:p>
          <a:p>
            <a:pPr algn="l">
              <a:defRPr sz="2000"/>
            </a:pPr>
            <a:r>
              <a:t>• Shows completed, current, and future tasks.</a:t>
            </a:r>
          </a:p>
          <a:p>
            <a:pPr algn="l">
              <a:defRPr sz="2000"/>
            </a:pPr>
            <a:r>
              <a:t>• Keeps management and clients informed.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to Write Progress Reports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/>
            </a:pPr>
            <a:r>
              <a:t>• Weekly or monthly company updates.</a:t>
            </a:r>
          </a:p>
          <a:p>
            <a:pPr algn="l">
              <a:defRPr sz="2000"/>
            </a:pPr>
            <a:r>
              <a:t>• Long-term projects.</a:t>
            </a:r>
          </a:p>
          <a:p>
            <a:pPr algn="l">
              <a:defRPr sz="2000"/>
            </a:pPr>
            <a:r>
              <a:t>• Reports to supervisors, clients, or sponsors.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Format of a Progress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/>
            </a:pPr>
            <a:r>
              <a:t>1. Title / Heading</a:t>
            </a:r>
          </a:p>
          <a:p>
            <a:pPr algn="l">
              <a:defRPr sz="2000"/>
            </a:pPr>
            <a:r>
              <a:t>2. Introduction</a:t>
            </a:r>
          </a:p>
          <a:p>
            <a:pPr algn="l">
              <a:defRPr sz="2000"/>
            </a:pPr>
            <a:r>
              <a:t>3. Work Completed</a:t>
            </a:r>
          </a:p>
          <a:p>
            <a:pPr algn="l">
              <a:defRPr sz="2000"/>
            </a:pPr>
            <a:r>
              <a:t>4. Work in Progress</a:t>
            </a:r>
          </a:p>
          <a:p>
            <a:pPr algn="l">
              <a:defRPr sz="2000"/>
            </a:pPr>
            <a:r>
              <a:t>5. Future Work</a:t>
            </a:r>
          </a:p>
          <a:p>
            <a:pPr algn="l">
              <a:defRPr sz="2000"/>
            </a:pPr>
            <a:r>
              <a:t>6. Problems / Delays</a:t>
            </a:r>
          </a:p>
          <a:p>
            <a:pPr algn="l">
              <a:defRPr sz="2000"/>
            </a:pPr>
            <a:r>
              <a:t>7. Conclusion / Summary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Progress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/>
            </a:pPr>
            <a:r>
              <a:t>Project: Website Redesign</a:t>
            </a:r>
          </a:p>
          <a:p>
            <a:pPr algn="l">
              <a:defRPr sz="2000"/>
            </a:pPr>
            <a:r>
              <a:t>Prepared by: Afshan Qadeer</a:t>
            </a:r>
          </a:p>
          <a:p>
            <a:pPr algn="l">
              <a:defRPr sz="2000"/>
            </a:pPr>
            <a:r>
              <a:t>Completed: Homepage, content</a:t>
            </a:r>
          </a:p>
          <a:p>
            <a:pPr algn="l">
              <a:defRPr sz="2000"/>
            </a:pPr>
            <a:r>
              <a:t>In Progress: Testing</a:t>
            </a:r>
          </a:p>
          <a:p>
            <a:pPr algn="l">
              <a:defRPr sz="2000"/>
            </a:pPr>
            <a:r>
              <a:t>Next: Launch</a:t>
            </a:r>
          </a:p>
          <a:p>
            <a:pPr algn="l">
              <a:defRPr sz="2000"/>
            </a:pPr>
            <a:r>
              <a:t>Problem: Server delay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Importance of Progress Reports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/>
            </a:pPr>
            <a:r>
              <a:t>• Maintains accountability</a:t>
            </a:r>
          </a:p>
          <a:p>
            <a:pPr algn="l">
              <a:defRPr sz="2000"/>
            </a:pPr>
            <a:r>
              <a:t>• Tracks timeline &amp; budget</a:t>
            </a:r>
          </a:p>
          <a:p>
            <a:pPr algn="l">
              <a:defRPr sz="2000"/>
            </a:pPr>
            <a:r>
              <a:t>• Identifies challenges</a:t>
            </a:r>
          </a:p>
          <a:p>
            <a:pPr algn="l">
              <a:defRPr sz="2000"/>
            </a:pPr>
            <a:r>
              <a:t>• Builds trust &amp; transparency</a:t>
            </a:r>
          </a:p>
          <a:p>
            <a:pPr algn="l">
              <a:defRPr sz="2000"/>
            </a:pPr>
            <a:r>
              <a:t>• Ensures communication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Differences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/>
            </a:pPr>
            <a:r>
              <a:t>Report – to inform/analyze</a:t>
            </a:r>
          </a:p>
          <a:p>
            <a:pPr algn="l">
              <a:defRPr sz="2000"/>
            </a:pPr>
            <a:r>
              <a:t>Proposal – to persuade</a:t>
            </a:r>
          </a:p>
          <a:p>
            <a:pPr algn="l">
              <a:defRPr sz="2000"/>
            </a:pPr>
            <a:r>
              <a:t>Progress Report – to update</a:t>
            </a:r>
          </a:p>
          <a:p>
            <a:pPr algn="l">
              <a:defRPr sz="2000"/>
            </a:pPr>
            <a:r>
              <a:t>Tone: objective vs. persuasive vs. informative.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Qualities of Good Documents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/>
            </a:pPr>
            <a:r>
              <a:t>• Clear purpose</a:t>
            </a:r>
          </a:p>
          <a:p>
            <a:pPr algn="l">
              <a:defRPr sz="2000"/>
            </a:pPr>
            <a:r>
              <a:t>• Logical structure</a:t>
            </a:r>
          </a:p>
          <a:p>
            <a:pPr algn="l">
              <a:defRPr sz="2000"/>
            </a:pPr>
            <a:r>
              <a:t>• Visual aids</a:t>
            </a:r>
          </a:p>
          <a:p>
            <a:pPr algn="l">
              <a:defRPr sz="2000"/>
            </a:pPr>
            <a:r>
              <a:t>• Concise writing</a:t>
            </a:r>
          </a:p>
          <a:p>
            <a:pPr algn="l">
              <a:defRPr sz="2000"/>
            </a:pPr>
            <a:r>
              <a:t>• Professional layout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/>
            </a:pPr>
            <a:r>
              <a:t>• Reports present facts.</a:t>
            </a:r>
          </a:p>
          <a:p>
            <a:pPr algn="l">
              <a:defRPr sz="2000"/>
            </a:pPr>
            <a:r>
              <a:t>• Proposals convince for action.</a:t>
            </a:r>
          </a:p>
          <a:p>
            <a:pPr algn="l">
              <a:defRPr sz="2000"/>
            </a:pPr>
            <a:r>
              <a:t>• Progress reports update work.</a:t>
            </a:r>
          </a:p>
          <a:p>
            <a:pPr algn="l">
              <a:defRPr sz="2000"/>
            </a:pPr>
            <a:r>
              <a:t>• Together, they form the core of business &amp; technical communication.</a:t>
            </a:r>
          </a:p>
          <a:p>
            <a:pPr algn="l">
              <a:defRPr sz="2000"/>
            </a:pPr>
            <a:r>
              <a:t>• Clear, ethical writing = professional success.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Reports, Proposals, and Progress Reports in Technical &amp; Business Writing</vt:lpstr>
      <vt:lpstr>Introduction</vt:lpstr>
      <vt:lpstr>What is a Report?</vt:lpstr>
      <vt:lpstr>Characteristics of a Good Report</vt:lpstr>
      <vt:lpstr>Types of Reports</vt:lpstr>
      <vt:lpstr>Structure of a Formal Report</vt:lpstr>
      <vt:lpstr>Example: Business Report</vt:lpstr>
      <vt:lpstr>What is a Proposal?</vt:lpstr>
      <vt:lpstr>Types of Proposals</vt:lpstr>
      <vt:lpstr>Format of a Proposal</vt:lpstr>
      <vt:lpstr>Characteristics of a Good Proposal</vt:lpstr>
      <vt:lpstr>Example: Business Proposal</vt:lpstr>
      <vt:lpstr>What is a Progress Report?</vt:lpstr>
      <vt:lpstr>When to Write Progress Reports</vt:lpstr>
      <vt:lpstr>Format of a Progress Report</vt:lpstr>
      <vt:lpstr>Example: Progress Report</vt:lpstr>
      <vt:lpstr>Importance of Progress Reports</vt:lpstr>
      <vt:lpstr>Key Differences</vt:lpstr>
      <vt:lpstr>Qualities of Good Documents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Reports, Proposals, and Progress Reports in Technical &amp; Business Writing</dc:title>
  <dc:subject/>
  <dc:creator/>
  <cp:keywords/>
  <dc:description>generated using python-pptx</dc:description>
  <cp:lastModifiedBy>bilalafshan472@gmail.com</cp:lastModifiedBy>
  <cp:revision>2</cp:revision>
  <dcterms:created xsi:type="dcterms:W3CDTF">2013-01-27T09:14:16Z</dcterms:created>
  <dcterms:modified xsi:type="dcterms:W3CDTF">2025-10-15T15:57:30Z</dcterms:modified>
  <cp:category/>
</cp:coreProperties>
</file>