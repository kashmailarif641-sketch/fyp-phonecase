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Cognitive and Social Models in Interaction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Models and Their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Cognitive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Explain how individual users think and act</a:t>
            </a:r>
          </a:p>
          <a:p>
            <a:pPr/>
            <a:r>
              <a:t>Focus on memory, perception, decision-making, and motor actions</a:t>
            </a:r>
          </a:p>
          <a:p>
            <a:pPr/>
            <a:r>
              <a:t>Used to predict user actions and optimize usability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Cognitive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GOMS Model (Goals, Operators, Methods, Selection Rules)</a:t>
            </a:r>
          </a:p>
          <a:p>
            <a:pPr/>
            <a:r>
              <a:t>Model Human Processor (MHP)</a:t>
            </a:r>
          </a:p>
          <a:p>
            <a:pPr/>
            <a:r>
              <a:t>Keystroke-Level Model (KLM)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GOMS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Breaks tasks into Goals, Operators, Methods, Selection Rules</a:t>
            </a:r>
          </a:p>
          <a:p>
            <a:pPr/>
            <a:r>
              <a:t>Predicts user behavior and workflow efficiency</a:t>
            </a:r>
          </a:p>
          <a:p>
            <a:pPr/>
            <a:r>
              <a:t>Useful for designing step-by-step interactions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Human Processor (MHP)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Describes Perceptual, Cognitive, and Motor systems</a:t>
            </a:r>
          </a:p>
          <a:p>
            <a:pPr/>
            <a:r>
              <a:t>Helps estimate response times and cognitive load</a:t>
            </a:r>
          </a:p>
          <a:p>
            <a:pPr/>
            <a:r>
              <a:t>Useful for timing feedback and interface reactions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Keystroke-Level Model (KLM)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Predicts task time using keystrokes, taps, clicks</a:t>
            </a:r>
          </a:p>
          <a:p>
            <a:pPr/>
            <a:r>
              <a:t>Useful for optimizing efficiency</a:t>
            </a:r>
          </a:p>
          <a:p>
            <a:pPr/>
            <a:r>
              <a:t>Helps identify unnecessary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Social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Explain how groups interact with systems</a:t>
            </a:r>
          </a:p>
          <a:p>
            <a:pPr/>
            <a:r>
              <a:t>Focus on collaboration, communication, and shared work</a:t>
            </a:r>
          </a:p>
          <a:p>
            <a:pPr/>
            <a:r>
              <a:t>Important for team-based and multi-user interfaces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Social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Distributed Cognition (DCog)</a:t>
            </a:r>
          </a:p>
          <a:p>
            <a:pPr/>
            <a:r>
              <a:t>Activity Theory</a:t>
            </a:r>
          </a:p>
          <a:p>
            <a:pPr/>
            <a:r>
              <a:t>CSCW (Computer-Supported Cooperative Work)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Cognition Model (DCog)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Cognition is shared between people and tools</a:t>
            </a:r>
          </a:p>
          <a:p>
            <a:pPr/>
            <a:r>
              <a:t>Useful for designing collaborative workflows</a:t>
            </a:r>
          </a:p>
          <a:p>
            <a:pPr/>
            <a:r>
              <a:t>Example: Shared dashboards, cockpit teamwork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Explains interactions among subject, tools, community, and rules</a:t>
            </a:r>
          </a:p>
          <a:p>
            <a:pPr/>
            <a:r>
              <a:t>Useful for organizational systems</a:t>
            </a:r>
          </a:p>
          <a:p>
            <a:pPr/>
            <a:r>
              <a:t>Focus on roles and division of labor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CSCW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Supports same-time/different-time collaboration</a:t>
            </a:r>
          </a:p>
          <a:p>
            <a:pPr/>
            <a:r>
              <a:t>Basis of apps like Google Docs, Teams, Slack</a:t>
            </a:r>
          </a:p>
          <a:p>
            <a:pPr/>
            <a:r>
              <a:t>Useful for communication and teamwork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Cognitive Models in Interaction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Reduce cognitive load</a:t>
            </a:r>
          </a:p>
          <a:p>
            <a:pPr/>
            <a:r>
              <a:t>Simplify tasks and workflows</a:t>
            </a:r>
          </a:p>
          <a:p>
            <a:pPr/>
            <a:r>
              <a:t>Predict user errors and improve usability</a:t>
            </a:r>
          </a:p>
          <a:p>
            <a:pPr/>
            <a:r>
              <a:t>Ensure fast and intuitive interactions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Social Models in Interaction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Support teamwork and communication</a:t>
            </a:r>
          </a:p>
          <a:p>
            <a:pPr/>
            <a:r>
              <a:t>Design shared workspaces effectively</a:t>
            </a:r>
          </a:p>
          <a:p>
            <a:pPr/>
            <a:r>
              <a:t>Define roles, permissions, and collaboration features</a:t>
            </a:r>
          </a:p>
          <a:p>
            <a:pPr/>
            <a:r>
              <a:t>Improve group productivity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Cognitive models → Improve individual usability and efficiency</a:t>
            </a:r>
          </a:p>
          <a:p>
            <a:pPr/>
            <a:r>
              <a:t>Social models → Improve collaboration and communication</a:t>
            </a:r>
          </a:p>
          <a:p>
            <a:pPr/>
            <a:r>
              <a:t>Both together → Create holistic, user-centered interaction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